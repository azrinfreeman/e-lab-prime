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870" r="0" t="0"/>
          <a:stretch/>
        </p:blipFill>
        <p:spPr>
          <a:xfrm>
            <a:off x="20" y="1709"/>
            <a:ext cx="16255980" cy="9142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